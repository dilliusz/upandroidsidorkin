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5" r:id="rId6"/>
    <p:sldId id="27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9704" y="1538288"/>
            <a:ext cx="30444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795735" y="2376488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2445" y="3048001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 &amp; Jetpack Compose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44087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Мобильное приложение электронной коммерции (Магазин обуви)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Android 13.0 (API 33)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600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endParaRPr lang="en-US" sz="27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0EC951-E2C0-4D82-A767-3C3140FEB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62" y="1432322"/>
            <a:ext cx="2827337" cy="31165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Архитектуры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 (Model-View-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данных: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Однонаправленный (UI ← ViewModel ← Repository ← API)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Библиотек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Jetpack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41148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57341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173533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34434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технологии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8246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4439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OkHttp 4.11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0631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Gson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09600" y="351532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609600" y="375344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Coroutines 1.7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91537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09600" y="407729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1.9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Технологий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7799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Фреймворк: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Compose + Material Design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28778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7351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75312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Navigation Compose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126</Words>
  <Application>Microsoft Office PowerPoint</Application>
  <PresentationFormat>Экран (16:9)</PresentationFormat>
  <Paragraphs>35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Adbgdai Abvgdaev</cp:lastModifiedBy>
  <cp:revision>3</cp:revision>
  <dcterms:created xsi:type="dcterms:W3CDTF">2025-12-19T20:15:46Z</dcterms:created>
  <dcterms:modified xsi:type="dcterms:W3CDTF">2025-12-19T20:48:26Z</dcterms:modified>
</cp:coreProperties>
</file>